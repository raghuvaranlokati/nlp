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 Case Study: NLP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Sentiment Analysis on Movie Reviews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Task: Predict whether a movie review is Positive or Negative.</a:t>
            </a:r>
          </a:p>
          <a:p>
            <a:r>
              <a:t>Dataset: Synthetic 'Movie Review Dataset' created for teaching.</a:t>
            </a:r>
          </a:p>
          <a:p>
            <a:r>
              <a:t>Pipeline: Data Collection → Preprocessing → Features → Model → Evaluation →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Total Rows: 12,000 movie reviews.</a:t>
            </a:r>
          </a:p>
          <a:p>
            <a:r>
              <a:t>Columns:</a:t>
            </a:r>
          </a:p>
          <a:p>
            <a:r>
              <a:t> - review_text (string)</a:t>
            </a:r>
          </a:p>
          <a:p>
            <a:r>
              <a:t> - sentiment (label: positive/negative)</a:t>
            </a:r>
          </a:p>
          <a:p>
            <a:r>
              <a:t>Example:</a:t>
            </a:r>
          </a:p>
          <a:p>
            <a:r>
              <a:t> 'The movie was fantastic and emotional!' → positive</a:t>
            </a:r>
          </a:p>
          <a:p>
            <a:r>
              <a:t> 'Worst film ever. Waste of time.' → negative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columns represented visually: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19634" y="270172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Review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9634" y="43434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Sentiment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Goal: Automatically classify new movie reviews into positive or negative.</a:t>
            </a:r>
          </a:p>
          <a:p>
            <a:r>
              <a:t>Business Value: Helps platforms moderate reviews and understand customer sentiment.</a:t>
            </a:r>
          </a:p>
          <a:p>
            <a:r>
              <a:t>Output Type: Binary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outputs of this step: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0841" y="2514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Define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0841" y="396569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Define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0841" y="52578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Define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compiled from:</a:t>
            </a:r>
          </a:p>
          <a:p>
            <a:r>
              <a:t>- IMDb-style synthetic reviews</a:t>
            </a:r>
          </a:p>
          <a:p>
            <a:r>
              <a:t>- User-generated comments</a:t>
            </a:r>
          </a:p>
          <a:p>
            <a:r>
              <a:t>- Balanced 50% positive, 50% negative</a:t>
            </a:r>
          </a:p>
          <a:p>
            <a:r>
              <a:t>Format: CSV file with two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 represented as: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4597" y="2514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Synthetic IMDb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4597" y="38631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Comments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4597" y="5151749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Balanced Labels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 raw text into machine-friendly form.</a:t>
            </a:r>
          </a:p>
          <a:p>
            <a:r>
              <a:t>Operations:</a:t>
            </a:r>
          </a:p>
          <a:p>
            <a:r>
              <a:t>- Lowercasing</a:t>
            </a:r>
          </a:p>
          <a:p>
            <a:r>
              <a:t>- Removing punctuation</a:t>
            </a:r>
          </a:p>
          <a:p>
            <a:r>
              <a:t>- Removing stopwords</a:t>
            </a:r>
          </a:p>
          <a:p>
            <a:r>
              <a:t>- Tokenization</a:t>
            </a:r>
          </a:p>
          <a:p>
            <a:r>
              <a:t>- Lemmatization</a:t>
            </a:r>
          </a:p>
          <a:p>
            <a:r>
              <a:t>Example:</a:t>
            </a:r>
          </a:p>
          <a:p>
            <a:r>
              <a:t>Original: 'I LOVED the movie!!'</a:t>
            </a:r>
          </a:p>
          <a:p>
            <a:r>
              <a:t>After cleaning: ['love', 'movie']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Steps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transforms into processed tokens: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15299" y="2220956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Lowercase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5299" y="3317918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Clean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5299" y="441488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Tokenize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15299" y="556274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Lemmatize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 text into numerical vectors.</a:t>
            </a:r>
          </a:p>
          <a:p>
            <a:r>
              <a:t>Methods used:</a:t>
            </a:r>
          </a:p>
          <a:p>
            <a:r>
              <a:t>- TF-IDF (main approach)</a:t>
            </a:r>
          </a:p>
          <a:p>
            <a:r>
              <a:t>- Bag of Words (baseline)</a:t>
            </a:r>
          </a:p>
          <a:p>
            <a:r>
              <a:t>- Word2Vec (advanced)</a:t>
            </a:r>
          </a:p>
          <a:p>
            <a:r>
              <a:t>TF-IDF Example:</a:t>
            </a:r>
          </a:p>
          <a:p>
            <a:r>
              <a:t>'great movie' → [0.18, 0.03, …]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types: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37272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Bag of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570874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TF-IDF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8332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Embeddings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Models tried:</a:t>
            </a:r>
          </a:p>
          <a:p>
            <a:r>
              <a:t>- Logistic Regression (baseline)</a:t>
            </a:r>
          </a:p>
          <a:p>
            <a:r>
              <a:t>- Naive Bayes (text-friendly)</a:t>
            </a:r>
          </a:p>
          <a:p>
            <a:r>
              <a:t>- SVM</a:t>
            </a:r>
          </a:p>
          <a:p>
            <a:r>
              <a:t>- LSTM (deep learning)</a:t>
            </a:r>
          </a:p>
          <a:p>
            <a:r>
              <a:t>Chosen Model: Logistic Regression → best balance of accuracy +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candidates: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514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Naive Bayes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7488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Logistic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98316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LSTM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Training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Train/Validation/Test Split: 70/15/15</a:t>
            </a:r>
          </a:p>
          <a:p>
            <a:r>
              <a:t>Training Steps:</a:t>
            </a:r>
          </a:p>
          <a:p>
            <a:r>
              <a:t>- Convert text → TF-IDF vectors</a:t>
            </a:r>
          </a:p>
          <a:p>
            <a:r>
              <a:t>- Feed into model</a:t>
            </a:r>
          </a:p>
          <a:p>
            <a:r>
              <a:t>- Tune hyperparameters</a:t>
            </a:r>
          </a:p>
          <a:p>
            <a:r>
              <a:t>Sample training log:</a:t>
            </a:r>
          </a:p>
          <a:p>
            <a:r>
              <a:t>Accuracy improved from 81% → 88% after tuning.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pipeline: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89694" y="241986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9694" y="38415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9694" y="52578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Evaluation Metrics:</a:t>
            </a:r>
          </a:p>
          <a:p>
            <a:r>
              <a:t>- Accuracy = 88%</a:t>
            </a:r>
          </a:p>
          <a:p>
            <a:r>
              <a:t>- Precision = 87%</a:t>
            </a:r>
          </a:p>
          <a:p>
            <a:r>
              <a:t>- Recall = 89%</a:t>
            </a:r>
          </a:p>
          <a:p>
            <a:r>
              <a:t>- F1-score = 88%</a:t>
            </a:r>
          </a:p>
          <a:p>
            <a:r>
              <a:t>Confusion Matrix:</a:t>
            </a:r>
          </a:p>
          <a:p>
            <a:r>
              <a:t>- Correct Positives: 530</a:t>
            </a:r>
          </a:p>
          <a:p>
            <a:r>
              <a:t>- Correct Negatives: 520</a:t>
            </a:r>
          </a:p>
          <a:p>
            <a:r>
              <a:t>- Misclassified: 90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summary: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72499" y="239158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Accuracy 88%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72499" y="3764906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F1 88%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2499" y="506690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Confusion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 served through a REST API using FastAPI.</a:t>
            </a:r>
          </a:p>
          <a:p>
            <a:r>
              <a:t>Endpoints:</a:t>
            </a:r>
          </a:p>
          <a:p>
            <a:r>
              <a:t> - /predict_review</a:t>
            </a:r>
          </a:p>
          <a:p>
            <a:r>
              <a:t>Input: review text → Output: predicted sentiment.</a:t>
            </a:r>
          </a:p>
          <a:p>
            <a:r>
              <a:t>Containerized using Docker and deployed on cloud.</a:t>
            </a:r>
          </a:p>
          <a:p>
            <a:r>
              <a:t>Integrated into a review moderation dashboard.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structure: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51988" y="2514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1988" y="39774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1988" y="538820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Cloud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Monitoring &amp; 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Monitor model performance in real-world usage.</a:t>
            </a:r>
          </a:p>
          <a:p>
            <a:r>
              <a:t>Detect drift: new slang, trends, expressions.</a:t>
            </a:r>
          </a:p>
          <a:p>
            <a:r>
              <a:t>Collect wrongly predicted reviews and retrain monthly.</a:t>
            </a:r>
          </a:p>
          <a:p>
            <a:r>
              <a:t>Human-in-the-loop used for corrections.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stages: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1670" y="23633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Track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1670" y="37488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Collect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1670" y="5122048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Retrain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Case Study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pipeline overview: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4845" y="239252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845" y="380214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845" y="52117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4357" y="317589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4357" y="456540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602</Words>
  <Application>Microsoft Office PowerPoint</Application>
  <PresentationFormat>On-screen Show (4:3)</PresentationFormat>
  <Paragraphs>148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Real Case Study: NLP Pipeline</vt:lpstr>
      <vt:lpstr>Case Study Overview</vt:lpstr>
      <vt:lpstr>Dataset Used</vt:lpstr>
      <vt:lpstr>Dataset Structure Visual</vt:lpstr>
      <vt:lpstr>Step 1: Problem Definition</vt:lpstr>
      <vt:lpstr>Problem Definition Visual</vt:lpstr>
      <vt:lpstr>Step 2: Data Collection</vt:lpstr>
      <vt:lpstr>Data Collection Visual</vt:lpstr>
      <vt:lpstr>Step 3: Preprocessing</vt:lpstr>
      <vt:lpstr>Preprocessing Steps Visual</vt:lpstr>
      <vt:lpstr>Step 4: Feature Engineering</vt:lpstr>
      <vt:lpstr>Feature Engineering Visual</vt:lpstr>
      <vt:lpstr>Step 5: Model Selection</vt:lpstr>
      <vt:lpstr>Model Selection Visual</vt:lpstr>
      <vt:lpstr>Step 6: Training the Model</vt:lpstr>
      <vt:lpstr>Training Workflow</vt:lpstr>
      <vt:lpstr>Step 7: Model Evaluation</vt:lpstr>
      <vt:lpstr>Evaluation Visual</vt:lpstr>
      <vt:lpstr>Step 8: Deployment</vt:lpstr>
      <vt:lpstr>Deployment Options</vt:lpstr>
      <vt:lpstr>Step 9: Monitoring &amp; Feedback Loop</vt:lpstr>
      <vt:lpstr>Monitoring Visual</vt:lpstr>
      <vt:lpstr>NLP Case Study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Shahh Nasir</dc:creator>
  <cp:keywords/>
  <dc:description>generated using python-pptx</dc:description>
  <cp:lastModifiedBy>Shahh Nasir</cp:lastModifiedBy>
  <cp:revision>2</cp:revision>
  <dcterms:created xsi:type="dcterms:W3CDTF">2013-01-27T09:14:16Z</dcterms:created>
  <dcterms:modified xsi:type="dcterms:W3CDTF">2025-12-05T16:20:15Z</dcterms:modified>
  <cp:category/>
</cp:coreProperties>
</file>