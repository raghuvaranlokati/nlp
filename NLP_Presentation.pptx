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NLP? (Deep 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NLP = Natural Language Processing, branch of AI + Linguistics.</a:t>
            </a:r>
          </a:p>
          <a:p>
            <a:r>
              <a:t>Goal: Help computers read, understand, interpret, generate human language.</a:t>
            </a:r>
          </a:p>
          <a:p>
            <a:r>
              <a:t>NLP works on text + speech and converts language into structured data.</a:t>
            </a:r>
          </a:p>
          <a:p>
            <a:r>
              <a:t>Real-world examples: ChatGPT, Google Search, Siri, WhatsApp spam filter.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NLP is Hard (Important for students)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Human language is ambiguous: same word → different meanings.</a:t>
            </a:r>
          </a:p>
          <a:p>
            <a:r>
              <a:t>Context dependency: 'bank' can mean river bank or financial bank.</a:t>
            </a:r>
          </a:p>
          <a:p>
            <a:r>
              <a:t>Idioms, sarcasm, slang, accent variations make understanding complex.</a:t>
            </a:r>
          </a:p>
          <a:p>
            <a:r>
              <a:t>NLP models must convert messy human language into machine-understandable 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Pipeline (Visual)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NLP system follows these stages: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5991" y="2406662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Raw Text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5991" y="3750925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5991" y="5211763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Feature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9897" y="2866689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9897" y="448056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Output Interpretation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NLP (Early Phase)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1950: Turing Test proposed to measure machine intelligence.</a:t>
            </a:r>
          </a:p>
          <a:p>
            <a:r>
              <a:t>1954: Georgetown–IBM MT experiment: early machine translation success.</a:t>
            </a:r>
          </a:p>
          <a:p>
            <a:r>
              <a:t>1960s–80s: Rule-based NLP dominated using grammar rules and dictionaries.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NLP (Statistical Era)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1990s: Massive shift to Statistical NLP.</a:t>
            </a:r>
          </a:p>
          <a:p>
            <a:r>
              <a:t>N-grams, HMMs, CRFs introduced probability-based language understanding.</a:t>
            </a:r>
          </a:p>
          <a:p>
            <a:r>
              <a:t>Dependence on large corpora like Brown Corpus, Penn Treebank.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NLP (Neural &amp; Deep Learning Era)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2013: Word2Vec revolutionized word representation.</a:t>
            </a:r>
          </a:p>
          <a:p>
            <a:r>
              <a:t>2014–2017: RNNs, LSTMs, GRUs became state-of-the-art.</a:t>
            </a:r>
          </a:p>
          <a:p>
            <a:r>
              <a:t>2017: Transformers introduced—major turning point.</a:t>
            </a:r>
          </a:p>
          <a:p>
            <a:r>
              <a:t>2018–Now: BERT, GPT, T5 → Large Language Models dominating.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NLP?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90% of the world’s data is unstructured (text, emails, chats).</a:t>
            </a:r>
          </a:p>
          <a:p>
            <a:r>
              <a:t>Businesses need automation to process this information efficiently.</a:t>
            </a:r>
          </a:p>
          <a:p>
            <a:r>
              <a:t>NLP enables chatbots, voice assistants, sentiment analysis, etc.</a:t>
            </a:r>
          </a:p>
          <a:p>
            <a:r>
              <a:t>Helps humans interact with computers using natural language.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Showing the Need for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Banks: detect fraud from customer messages.</a:t>
            </a:r>
          </a:p>
          <a:p>
            <a:r>
              <a:t>Healthcare: extract disease information from reports.</a:t>
            </a:r>
          </a:p>
          <a:p>
            <a:r>
              <a:t>Education: AI tutors analyze student answers.</a:t>
            </a:r>
          </a:p>
          <a:p>
            <a:r>
              <a:t>E-commerce: product recommendations from user reviews.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NLP (Visual 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NLP is applied: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004" y="23633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Search Engines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004" y="3405981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Chatbots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004" y="4502943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Voice Assistants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004" y="5722453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Business 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NLP (Rule-Based)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Rule-based NLP uses manually created grammar rules.</a:t>
            </a:r>
          </a:p>
          <a:p>
            <a:r>
              <a:t>Examples: pattern matching, dictionary lookups, regex-based systems.</a:t>
            </a:r>
          </a:p>
          <a:p>
            <a:r>
              <a:t>Advantages: Interpretable, predictable.</a:t>
            </a:r>
          </a:p>
          <a:p>
            <a:r>
              <a:t>Disadvantages: Hard to scale, fails with ambiguity.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NLP (Statistical 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Uses probability + features like TF-IDF, Bag of Words.</a:t>
            </a:r>
          </a:p>
          <a:p>
            <a:r>
              <a:t>Models: Naive Bayes, Logistic Regression, SVM.</a:t>
            </a:r>
          </a:p>
          <a:p>
            <a:r>
              <a:t>Advantages: Better generalization, learns from data.</a:t>
            </a:r>
          </a:p>
          <a:p>
            <a:r>
              <a:t>Limitations: No deep context understanding.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NLP (Deep Learning)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Neural networks learn patterns automatically.</a:t>
            </a:r>
          </a:p>
          <a:p>
            <a:r>
              <a:t>Transformers provide contextual embeddings.</a:t>
            </a:r>
          </a:p>
          <a:p>
            <a:r>
              <a:t>LLMs like GPT understand, reason, generate human-like text.</a:t>
            </a:r>
          </a:p>
          <a:p>
            <a:r>
              <a:t>Current NLP relies heavily on pre-trained foundational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Timeline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NLP progressed through three main stages: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7394" y="2361415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Rule-Based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7394" y="3688237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Statistical 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7394" y="5090474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Deep Learning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Remaining Challenges in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Understanding sarcasm &amp; humor.</a:t>
            </a:r>
          </a:p>
          <a:p>
            <a:r>
              <a:t>Dealing with low-resource languages.</a:t>
            </a:r>
          </a:p>
          <a:p>
            <a:r>
              <a:t>Long-term reasoning &amp; memory.</a:t>
            </a:r>
          </a:p>
          <a:p>
            <a:r>
              <a:t>Bias and fairness issues in AI models.</a:t>
            </a:r>
          </a:p>
          <a:p>
            <a:r>
              <a:t>Ensuring factual accuracy in generative models.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Approaches to Solve NLP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Heuristic (Rule-Based)</a:t>
            </a:r>
          </a:p>
          <a:p>
            <a:r>
              <a:t>2. Machine Learning (Feature-based)</a:t>
            </a:r>
          </a:p>
          <a:p>
            <a:r>
              <a:t>3. Deep Learning (Neural, Representation-based)</a:t>
            </a:r>
          </a:p>
          <a:p>
            <a:r>
              <a:t>Each approach has unique strengths and limitations.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 Approach (Detailed 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Uses if–else rules, grammar structures, dictionaries.</a:t>
            </a:r>
          </a:p>
          <a:p>
            <a:r>
              <a:t>Example: Extract phone number using regex.</a:t>
            </a:r>
          </a:p>
          <a:p>
            <a:r>
              <a:t>Good for structured tasks but fails on language complexity.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 Approach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pipeline for rule-based extraction: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541" y="2595671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Input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541" y="3903717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Pattern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541" y="5391968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Extracted Result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Approach (Detailed 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Uses features like TF-IDF, N-Grams, POS tags.</a:t>
            </a:r>
          </a:p>
          <a:p>
            <a:r>
              <a:t>Models learn patterns from labeled datasets.</a:t>
            </a:r>
          </a:p>
          <a:p>
            <a:r>
              <a:t>Examples: Spam Classification, Sentiment Analysis.</a:t>
            </a:r>
          </a:p>
          <a:p>
            <a:r>
              <a:t>Limitation: Weak at contextual understanding.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Approach (Detailed 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Neural networks learn deep representations.</a:t>
            </a:r>
          </a:p>
          <a:p>
            <a:r>
              <a:t>Examples: LSTM for sequence tasks, Transformer for context.</a:t>
            </a:r>
          </a:p>
          <a:p>
            <a:r>
              <a:t>Used in chatbots, translation, summarization.</a:t>
            </a:r>
          </a:p>
          <a:p>
            <a:r>
              <a:t>Highly powerful but requires large data + compute.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deep learning models: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285" y="3863181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RNN/LSTM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285" y="2537619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CNN for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285" y="5188743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Transformers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Breaking text into smaller units: words, sentences.</a:t>
            </a:r>
          </a:p>
          <a:p>
            <a:r>
              <a:t>Example: 'I love NLP' → ['I','love','NLP']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Part-of-Speech Tagging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Assign grammatical labels to words.</a:t>
            </a:r>
          </a:p>
          <a:p>
            <a:r>
              <a:t>Example: 'Cats eat fish' → Noun, Verb, Noun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Named Entity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Detecting names, places, organizations, etc.</a:t>
            </a:r>
          </a:p>
          <a:p>
            <a:r>
              <a:t>Example: 'Amazon is opening an office in Delhi' → ORG, LOC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Classifying feelings in text.</a:t>
            </a:r>
          </a:p>
          <a:p>
            <a:r>
              <a:t>Example: 'This phone is amazing!' → Positive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Converting text across languages.</a:t>
            </a:r>
          </a:p>
          <a:p>
            <a:r>
              <a:t>Example: 'How are you?' → 'आप कैसे हैं?'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Generating concise summaries.</a:t>
            </a:r>
          </a:p>
          <a:p>
            <a:r>
              <a:t>Two types: Extractive, Abstractive.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Answering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Model answers questions from text or knowledge.</a:t>
            </a:r>
          </a:p>
          <a:p>
            <a:r>
              <a:t>Example: Google Search featured snippets.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Conversational AI for automated interaction.</a:t>
            </a:r>
          </a:p>
          <a:p>
            <a:r>
              <a:t>Used in customer support, HR systems, assistants.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Task Overview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tasks grouped visually: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0833" y="2465109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0833" y="3838436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Understanding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1979" y="52578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891</Words>
  <Application>Microsoft Office PowerPoint</Application>
  <PresentationFormat>On-screen Show (4:3)</PresentationFormat>
  <Paragraphs>153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What is NLP? (Deep Explanation)</vt:lpstr>
      <vt:lpstr>Why NLP is Hard (Important for students)</vt:lpstr>
      <vt:lpstr>NLP Pipeline (Visual)</vt:lpstr>
      <vt:lpstr>History of NLP (Early Phase)</vt:lpstr>
      <vt:lpstr>History of NLP (Statistical Era)</vt:lpstr>
      <vt:lpstr>History of NLP (Neural &amp; Deep Learning Era)</vt:lpstr>
      <vt:lpstr>Why Do We Need NLP?</vt:lpstr>
      <vt:lpstr>Examples Showing the Need for NLP</vt:lpstr>
      <vt:lpstr>Need for NLP (Visual Summary)</vt:lpstr>
      <vt:lpstr>Evolution of NLP (Rule-Based)</vt:lpstr>
      <vt:lpstr>Evolution of NLP (Statistical ML)</vt:lpstr>
      <vt:lpstr>Evolution of NLP (Deep Learning)</vt:lpstr>
      <vt:lpstr>Evolution Timeline Visual</vt:lpstr>
      <vt:lpstr>Remaining Challenges in NLP</vt:lpstr>
      <vt:lpstr>Approaches to Solve NLP Problems</vt:lpstr>
      <vt:lpstr>Heuristic Approach (Detailed Explanation)</vt:lpstr>
      <vt:lpstr>Heuristic Approach Visual</vt:lpstr>
      <vt:lpstr>Machine Learning Approach (Detailed Explanation)</vt:lpstr>
      <vt:lpstr>Deep Learning Approach (Detailed Explanation)</vt:lpstr>
      <vt:lpstr>Deep Learning Visual</vt:lpstr>
      <vt:lpstr>Tokenization</vt:lpstr>
      <vt:lpstr>Part-of-Speech Tagging</vt:lpstr>
      <vt:lpstr>Named Entity Recognition</vt:lpstr>
      <vt:lpstr>Sentiment Analysis</vt:lpstr>
      <vt:lpstr>Machine Translation</vt:lpstr>
      <vt:lpstr>Summarization</vt:lpstr>
      <vt:lpstr>Question Answering</vt:lpstr>
      <vt:lpstr>Chatbots</vt:lpstr>
      <vt:lpstr>NLP Task Overview Visual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Shahh Nasir</dc:creator>
  <cp:keywords/>
  <dc:description>generated using python-pptx</dc:description>
  <cp:lastModifiedBy>Shahh Nasir</cp:lastModifiedBy>
  <cp:revision>2</cp:revision>
  <dcterms:created xsi:type="dcterms:W3CDTF">2013-01-27T09:14:16Z</dcterms:created>
  <dcterms:modified xsi:type="dcterms:W3CDTF">2025-12-05T15:56:49Z</dcterms:modified>
  <cp:category/>
</cp:coreProperties>
</file>