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NLP Project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Complete Overview of Each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Most important step: clearly defining what the NLP system should do.</a:t>
            </a:r>
          </a:p>
          <a:p>
            <a:r>
              <a:t>Examples: sentiment classification, chatbot, summarization, NER.</a:t>
            </a:r>
          </a:p>
          <a:p>
            <a:r>
              <a:t>Identify input type (text, documents, speech).</a:t>
            </a:r>
          </a:p>
          <a:p>
            <a:r>
              <a:t>Define output format (label, summary, entities, response).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Visual: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of NLP problem goals: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431" y="2499364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Classify Sentiment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431" y="376223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Extract 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431" y="502511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Generate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Sources: CSVs, text files, social media, PDFs, APIs.</a:t>
            </a:r>
          </a:p>
          <a:p>
            <a:r>
              <a:t>Large and diverse datasets improve model performance.</a:t>
            </a:r>
          </a:p>
          <a:p>
            <a:r>
              <a:t>Examples: IMDB reviews, news datasets, Twitter data.</a:t>
            </a:r>
          </a:p>
          <a:p>
            <a:r>
              <a:t>May require web scraping or dataset merging.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data sources: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260" y="258279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260" y="402258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260" y="536785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 raw text into usable format.</a:t>
            </a:r>
          </a:p>
          <a:p>
            <a:r>
              <a:t>Steps: lowercasing, removing noise, punctuation, stopwords.</a:t>
            </a:r>
          </a:p>
          <a:p>
            <a:r>
              <a:t>Handling emojis, contractions, repeated characters.</a:t>
            </a:r>
          </a:p>
          <a:p>
            <a:r>
              <a:t>Domain-specific cleaning (medical, legal, finance).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Steps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cleaning steps: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7393" y="25603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Tokenization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7393" y="397764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Stopword Removal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7393" y="546322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Normalization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 text into numerical representation.</a:t>
            </a:r>
          </a:p>
          <a:p>
            <a:r>
              <a:t>Traditional: Bag of Words, TF-IDF, N-grams.</a:t>
            </a:r>
          </a:p>
          <a:p>
            <a:r>
              <a:t>Modern: Word embeddings (Word2Vec, GloVe), Transformers embeddings.</a:t>
            </a:r>
          </a:p>
          <a:p>
            <a:r>
              <a:t>Feature engineering strongly impacts model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Representation techniques: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6820" y="2605097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Bag of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6820" y="390843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TF-IDF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6820" y="52117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Embeddings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Choose ML/DL models based on task and data size.</a:t>
            </a:r>
          </a:p>
          <a:p>
            <a:r>
              <a:t>Traditional ML: Naive Bayes, SVM, Logistic Regression.</a:t>
            </a:r>
          </a:p>
          <a:p>
            <a:r>
              <a:t>Deep learning: LSTM, GRU, CNN, Transformer models.</a:t>
            </a:r>
          </a:p>
          <a:p>
            <a:r>
              <a:t>LLMs (BERT/GPT) often outperform traditional methods.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families: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3699" y="25603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3699" y="397764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Neural Networks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3699" y="546322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Transformers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Training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Split dataset into train, validation, test sets.</a:t>
            </a:r>
          </a:p>
          <a:p>
            <a:r>
              <a:t>Tune hyperparameters for optimal performance.</a:t>
            </a:r>
          </a:p>
          <a:p>
            <a:r>
              <a:t>Techniques: early stopping, regularization, dropout.</a:t>
            </a:r>
          </a:p>
          <a:p>
            <a:r>
              <a:t>Use GPUs for deep learning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Pipeline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process includes: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6820" y="25603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6820" y="397764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6820" y="5371624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Metrics depend on the task:</a:t>
            </a:r>
          </a:p>
          <a:p>
            <a:r>
              <a:t>Classification: accuracy, F1-score, confusion matrix.</a:t>
            </a:r>
          </a:p>
          <a:p>
            <a:r>
              <a:t>NER: Precision, Recall, F1.</a:t>
            </a:r>
          </a:p>
          <a:p>
            <a:r>
              <a:t>Generation tasks: BLEU, ROUGE, METEOR.</a:t>
            </a:r>
          </a:p>
          <a:p>
            <a:r>
              <a:t>Evaluate robustness, bias, generalization.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evaluation metrics: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2808" y="25579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808" y="3972926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F1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2808" y="52117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BLEU/ROUGE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Deploy as API, web app, mobile app, embedded system.</a:t>
            </a:r>
          </a:p>
          <a:p>
            <a:r>
              <a:t>Tools: FastAPI, Flask, Streamlit, Docker, cloud services.</a:t>
            </a:r>
          </a:p>
          <a:p>
            <a:r>
              <a:t>Must consider latency, scalability, monitoring.</a:t>
            </a:r>
          </a:p>
          <a:p>
            <a:r>
              <a:t>Retrain models periodically to avoid drift.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options: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1662" y="25603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1662" y="397764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1662" y="546322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Cloud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Monitoring and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Monitor predictions in real environment.</a:t>
            </a:r>
          </a:p>
          <a:p>
            <a:r>
              <a:t>Track model drift (language changes over time).</a:t>
            </a:r>
          </a:p>
          <a:p>
            <a:r>
              <a:t>Collect new labeled data for retraining.</a:t>
            </a:r>
          </a:p>
          <a:p>
            <a:r>
              <a:t>Implement human-in-the-loop system for corrections.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Feedback loop stages: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7394" y="27432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7394" y="41148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Collect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7394" y="5440363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Retrain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Pipeline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 NLP project pipeline at a glance: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6184" y="2560320"/>
            <a:ext cx="2078609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Problem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6896" y="2560320"/>
            <a:ext cx="1725104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Data</a:t>
            </a:r>
            <a:r>
              <a:rPr lang="en-IN" dirty="0"/>
              <a:t> Collection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802957" y="2543823"/>
            <a:ext cx="1649689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3603" y="2560320"/>
            <a:ext cx="2215299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Feature</a:t>
            </a:r>
            <a:r>
              <a:rPr lang="en-IN" dirty="0"/>
              <a:t> Engineering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835192" y="43434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4793" y="434324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510</Words>
  <Application>Microsoft Office PowerPoint</Application>
  <PresentationFormat>On-screen Show (4:3)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NLP Project Pipeline</vt:lpstr>
      <vt:lpstr>1. Problem Definition</vt:lpstr>
      <vt:lpstr>Visual: Problem Definition</vt:lpstr>
      <vt:lpstr>2. Data Collection</vt:lpstr>
      <vt:lpstr>Data Collection Visual</vt:lpstr>
      <vt:lpstr>3. Text Preprocessing</vt:lpstr>
      <vt:lpstr>Preprocessing Steps Visual</vt:lpstr>
      <vt:lpstr>4. Feature Engineering</vt:lpstr>
      <vt:lpstr>Feature Engineering Visual</vt:lpstr>
      <vt:lpstr>5. Model Selection</vt:lpstr>
      <vt:lpstr>Model Selection Visual</vt:lpstr>
      <vt:lpstr>6. Training the Model</vt:lpstr>
      <vt:lpstr>Training Pipeline Visual</vt:lpstr>
      <vt:lpstr>7. Model Evaluation</vt:lpstr>
      <vt:lpstr>Evaluation Visual</vt:lpstr>
      <vt:lpstr>8. Deployment</vt:lpstr>
      <vt:lpstr>Deployment Visual</vt:lpstr>
      <vt:lpstr>9. Monitoring and Improvement</vt:lpstr>
      <vt:lpstr>Monitoring Visual</vt:lpstr>
      <vt:lpstr>NLP Pipeline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Shahh Nasir</dc:creator>
  <cp:keywords/>
  <dc:description>generated using python-pptx</dc:description>
  <cp:lastModifiedBy>Shahh Nasir</cp:lastModifiedBy>
  <cp:revision>2</cp:revision>
  <dcterms:created xsi:type="dcterms:W3CDTF">2013-01-27T09:14:16Z</dcterms:created>
  <dcterms:modified xsi:type="dcterms:W3CDTF">2025-12-05T16:05:27Z</dcterms:modified>
  <cp:category/>
</cp:coreProperties>
</file>